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8"/>
    <p:restoredTop sz="94629"/>
  </p:normalViewPr>
  <p:slideViewPr>
    <p:cSldViewPr snapToGrid="0">
      <p:cViewPr varScale="1">
        <p:scale>
          <a:sx n="158" d="100"/>
          <a:sy n="158" d="100"/>
        </p:scale>
        <p:origin x="5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59001-1C83-0E46-AC2D-AB7544C06FF9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E096E-2733-DC4E-BACA-D19767A5B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3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E096E-2733-DC4E-BACA-D19767A5B0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5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824D-70B5-6779-F686-A9D0AADC6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AB87A-7516-DC7A-9FFD-045626228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D1136-3DEC-31FC-37DA-99D7A96A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9774A-D880-2999-26AF-1849D99C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9D876-9945-5A37-E222-F2656FF3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2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F521-7E05-B62C-8448-2E42E403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0C21-D224-DEEE-EA9C-0EA085549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A43E7-8051-0C39-099C-B25F4F83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118A-30B1-44FC-FD99-A8C1722B5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EE3AA-6067-C557-CD88-CEF5B952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6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1D10-FF68-AA19-C8A6-31449E1C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A7E6-DF6C-A913-16DD-D5B79B80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857F-10F9-81F0-A910-10BAE64C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58AB-B737-5B39-5248-1FCE98D3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DB63-FEA3-81D1-07A2-F076743E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9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7243-F13C-F5D4-FC79-D9A69074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B410-7C83-4058-26BD-9F72EAE09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D4077-1010-9813-C207-FD3904DB7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2B5E2-C93B-69D8-5D5C-D80DBC29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2881F-684F-C059-61F1-14BAEF59A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2766E-BE4D-EC65-D05E-4FC8D775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3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21B9-48EF-B4F3-FDB7-BF5DAA00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29602-4469-0030-810A-1F52DA258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0BF3F-FA15-E5B4-FB28-4AB3A45D9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5555A-71A3-C2D3-DCC5-3A4F3942E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F1FB07-1255-BFCE-D25C-A0EDA6328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02025-AF8D-DD9C-E055-E038EA66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0A483-5471-E59F-36BB-D47336D1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7D3D1-6746-2240-8B14-9FC9EF44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7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BFCC-3F40-F259-29E5-6136B110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FCEC7-88BE-D32D-1D90-39E3D802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6DA28-7655-CAA5-4FF9-6D5D2D60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76B2B-85A7-551B-6F36-608C3A4C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6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BF6469-F0B7-CFCA-2CC3-45DB641B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FB512-6407-905C-9E00-57A56376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8832B-A506-B887-24A4-E93CD851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0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5C69-3387-CF8F-896F-A9485EB09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DEFF3-FC4F-D5C2-12F4-88F7F21F6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CB340-BA27-95B4-B655-1CDA0E304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DB5E1-619F-F672-46B8-966C74BB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FE9DA-513B-75AE-BFBA-65270826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A8B6D-ED28-C3DE-110F-B750251E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1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1C42-5C79-3D0E-7968-22486357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30288-2A10-98FF-3E8A-CC061ED7A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CF7E7-3548-1B60-9282-B9C78E3A2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48E92-1DD2-054E-57B3-6AF1B054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2EF58-49C8-7DB5-9C6A-0FD86268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B259E-FE39-E0F8-962D-2A60A12D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5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8282-1606-742E-00B0-7D349E56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27C8-FECC-EED3-75E4-BABEE2345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99E5-DBDA-0F6C-BBA5-8FD651B7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447C-7527-20D2-06DD-7F2BF634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041F-70FC-17C5-0C59-A4E7E54C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4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CD570-C0C2-59B4-2CD6-CCB15053A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CD2F0-023D-999E-35F4-C7AC22A40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91D8-7A3A-8C1B-386E-24D762BF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F647-24FD-C58A-939D-9821CDA3E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8F41C-CFBC-C1D7-57B1-3E490E0D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2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DA05B-80BB-2442-B89F-2829DBC5A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740DF-7319-C7C4-F6B2-BE899EEEC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ACDB0-D089-5BB4-8483-8DA88A473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00043-2737-2041-8AEF-6C945AF19156}" type="datetimeFigureOut">
              <a:rPr lang="en-US" smtClean="0"/>
              <a:t>6/12/25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133B1-5311-9080-4AE5-0D0CACCB8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E21D-6310-E89C-5DD1-7CDB921CE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EADBE-159D-EE4E-8B83-7D6F4B795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9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ndscape of mountains and trees&#10;&#10;AI-generated content may be incorrect.">
            <a:extLst>
              <a:ext uri="{FF2B5EF4-FFF2-40B4-BE49-F238E27FC236}">
                <a16:creationId xmlns:a16="http://schemas.microsoft.com/office/drawing/2014/main" id="{5F79FFE1-DFD5-9BA0-2763-640FC6EFF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8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6B3F-F50A-A865-C776-75000F97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ndscape of mountains and trees&#10;&#10;AI-generated content may be incorrect.">
            <a:extLst>
              <a:ext uri="{FF2B5EF4-FFF2-40B4-BE49-F238E27FC236}">
                <a16:creationId xmlns:a16="http://schemas.microsoft.com/office/drawing/2014/main" id="{79330027-C7B4-469F-0DBA-A2C3A4A0F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100000"/>
                    </a14:imgEffect>
                    <a14:imgEffect>
                      <a14:saturation sat="63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1786EF-16BE-3EAD-19C8-ECBDE36B8BA0}"/>
              </a:ext>
            </a:extLst>
          </p:cNvPr>
          <p:cNvSpPr txBox="1"/>
          <p:nvPr/>
        </p:nvSpPr>
        <p:spPr>
          <a:xfrm>
            <a:off x="4669199" y="1941923"/>
            <a:ext cx="28536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B3C4A-D8CD-9365-5A61-513BFA61FBE8}"/>
              </a:ext>
            </a:extLst>
          </p:cNvPr>
          <p:cNvSpPr txBox="1"/>
          <p:nvPr/>
        </p:nvSpPr>
        <p:spPr>
          <a:xfrm>
            <a:off x="1312977" y="3300954"/>
            <a:ext cx="9566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There are lots of flashcard apps.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But many are paid, and the free ones are clunky</a:t>
            </a:r>
          </a:p>
        </p:txBody>
      </p:sp>
    </p:spTree>
    <p:extLst>
      <p:ext uri="{BB962C8B-B14F-4D97-AF65-F5344CB8AC3E}">
        <p14:creationId xmlns:p14="http://schemas.microsoft.com/office/powerpoint/2010/main" val="114105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34C1E-6E01-B315-AB98-9D520B44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ndscape of mountains and trees&#10;&#10;AI-generated content may be incorrect.">
            <a:extLst>
              <a:ext uri="{FF2B5EF4-FFF2-40B4-BE49-F238E27FC236}">
                <a16:creationId xmlns:a16="http://schemas.microsoft.com/office/drawing/2014/main" id="{9E689014-75B9-4CD9-6866-A1D18E0F7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100000"/>
                    </a14:imgEffect>
                    <a14:imgEffect>
                      <a14:saturation sat="63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C30F6A-3FD3-4ACB-E36B-29E891C7B528}"/>
              </a:ext>
            </a:extLst>
          </p:cNvPr>
          <p:cNvSpPr txBox="1"/>
          <p:nvPr/>
        </p:nvSpPr>
        <p:spPr>
          <a:xfrm>
            <a:off x="4678786" y="1941923"/>
            <a:ext cx="28344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E71E22-99B0-08AD-3F49-836FCF3A0A0A}"/>
              </a:ext>
            </a:extLst>
          </p:cNvPr>
          <p:cNvSpPr txBox="1"/>
          <p:nvPr/>
        </p:nvSpPr>
        <p:spPr>
          <a:xfrm>
            <a:off x="1927895" y="3300954"/>
            <a:ext cx="83362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 simple, enjoyable, free, and easy to use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flashcard app.</a:t>
            </a:r>
          </a:p>
        </p:txBody>
      </p:sp>
    </p:spTree>
    <p:extLst>
      <p:ext uri="{BB962C8B-B14F-4D97-AF65-F5344CB8AC3E}">
        <p14:creationId xmlns:p14="http://schemas.microsoft.com/office/powerpoint/2010/main" val="195813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3E18-B9B4-64EE-37F1-14617FF9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ndscape of mountains and trees&#10;&#10;AI-generated content may be incorrect.">
            <a:extLst>
              <a:ext uri="{FF2B5EF4-FFF2-40B4-BE49-F238E27FC236}">
                <a16:creationId xmlns:a16="http://schemas.microsoft.com/office/drawing/2014/main" id="{572219AC-713D-D857-AF8A-BB435E9CE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harpenSoften amount="-100000"/>
                    </a14:imgEffect>
                    <a14:imgEffect>
                      <a14:saturation sat="63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  <p:pic>
        <p:nvPicPr>
          <p:cNvPr id="8" name="Picture 7" descr="A purple and white logo&#10;&#10;AI-generated content may be incorrect.">
            <a:extLst>
              <a:ext uri="{FF2B5EF4-FFF2-40B4-BE49-F238E27FC236}">
                <a16:creationId xmlns:a16="http://schemas.microsoft.com/office/drawing/2014/main" id="{3F614C8D-B391-DD55-A1BE-E488935D6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283" y="3159163"/>
            <a:ext cx="5885434" cy="10567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1E6992-9F98-C60C-7505-1FEF8C6712DB}"/>
              </a:ext>
            </a:extLst>
          </p:cNvPr>
          <p:cNvSpPr txBox="1"/>
          <p:nvPr/>
        </p:nvSpPr>
        <p:spPr>
          <a:xfrm>
            <a:off x="5210983" y="1941923"/>
            <a:ext cx="17700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Meet</a:t>
            </a:r>
          </a:p>
        </p:txBody>
      </p:sp>
    </p:spTree>
    <p:extLst>
      <p:ext uri="{BB962C8B-B14F-4D97-AF65-F5344CB8AC3E}">
        <p14:creationId xmlns:p14="http://schemas.microsoft.com/office/powerpoint/2010/main" val="285854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1C90-29B4-A506-71DD-4526F731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ndscape of mountains and trees&#10;&#10;AI-generated content may be incorrect.">
            <a:extLst>
              <a:ext uri="{FF2B5EF4-FFF2-40B4-BE49-F238E27FC236}">
                <a16:creationId xmlns:a16="http://schemas.microsoft.com/office/drawing/2014/main" id="{041CDFCC-494D-57F3-8923-176DA3E60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100000"/>
                    </a14:imgEffect>
                    <a14:imgEffect>
                      <a14:saturation sat="63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3A2FAD-8C66-0F52-5E8C-6D0F20C36F08}"/>
              </a:ext>
            </a:extLst>
          </p:cNvPr>
          <p:cNvSpPr txBox="1"/>
          <p:nvPr/>
        </p:nvSpPr>
        <p:spPr>
          <a:xfrm>
            <a:off x="653709" y="3300954"/>
            <a:ext cx="1088464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3600" dirty="0">
                <a:solidFill>
                  <a:schemeClr val="bg1"/>
                </a:solidFill>
              </a:rPr>
              <a:t>Cross communication between React components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solidFill>
                  <a:schemeClr val="bg1"/>
                </a:solidFill>
              </a:rPr>
              <a:t>Application architecture</a:t>
            </a:r>
          </a:p>
          <a:p>
            <a:pPr marL="571500" indent="-571500">
              <a:buFontTx/>
              <a:buChar char="-"/>
            </a:pPr>
            <a:r>
              <a:rPr lang="en-US" sz="3600" dirty="0">
                <a:solidFill>
                  <a:schemeClr val="bg1"/>
                </a:solidFill>
              </a:rPr>
              <a:t>Testing and logging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CF3E23-A730-AB80-6E35-09E4019E1981}"/>
              </a:ext>
            </a:extLst>
          </p:cNvPr>
          <p:cNvSpPr txBox="1"/>
          <p:nvPr/>
        </p:nvSpPr>
        <p:spPr>
          <a:xfrm>
            <a:off x="2652174" y="1941923"/>
            <a:ext cx="6887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Technical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118097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2F6-E431-1CF2-989C-00D53E4E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ndscape of mountains and trees&#10;&#10;AI-generated content may be incorrect.">
            <a:extLst>
              <a:ext uri="{FF2B5EF4-FFF2-40B4-BE49-F238E27FC236}">
                <a16:creationId xmlns:a16="http://schemas.microsoft.com/office/drawing/2014/main" id="{3CE179CA-F079-E254-F38D-95609D22A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100000"/>
                    </a14:imgEffect>
                    <a14:imgEffect>
                      <a14:saturation sat="63000"/>
                    </a14:imgEffect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3716000" cy="6858000"/>
          </a:xfrm>
          <a:prstGeom prst="rect">
            <a:avLst/>
          </a:prstGeom>
        </p:spPr>
      </p:pic>
      <p:pic>
        <p:nvPicPr>
          <p:cNvPr id="8" name="Picture 7" descr="A purple and white logo&#10;&#10;AI-generated content may be incorrect.">
            <a:extLst>
              <a:ext uri="{FF2B5EF4-FFF2-40B4-BE49-F238E27FC236}">
                <a16:creationId xmlns:a16="http://schemas.microsoft.com/office/drawing/2014/main" id="{B4CF6586-9BAC-4CB4-411B-2DD7BAB05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662" y="3367331"/>
            <a:ext cx="3566676" cy="6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F995C2-4499-F087-9032-DE5DEBBC2438}"/>
              </a:ext>
            </a:extLst>
          </p:cNvPr>
          <p:cNvSpPr txBox="1"/>
          <p:nvPr/>
        </p:nvSpPr>
        <p:spPr>
          <a:xfrm>
            <a:off x="4312662" y="1941923"/>
            <a:ext cx="35666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78953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52</Words>
  <Application>Microsoft Macintosh PowerPoint</Application>
  <PresentationFormat>Widescreen</PresentationFormat>
  <Paragraphs>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Morgado</dc:creator>
  <cp:lastModifiedBy>João Morgado</cp:lastModifiedBy>
  <cp:revision>2</cp:revision>
  <dcterms:created xsi:type="dcterms:W3CDTF">2025-06-12T22:28:36Z</dcterms:created>
  <dcterms:modified xsi:type="dcterms:W3CDTF">2025-06-12T23:12:13Z</dcterms:modified>
</cp:coreProperties>
</file>